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Mechanics of the Cardiac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- Systole: The phase when the heart muscle contracts and pumps blood.</a:t>
            </a:r>
          </a:p>
          <a:p>
            <a:pPr>
              <a:spcAft>
                <a:spcPts val="1000"/>
              </a:spcAft>
            </a:pPr>
            <a:r>
              <a:t>- Diastole: The phase when the heart muscle relaxes and fills with blood.</a:t>
            </a:r>
          </a:p>
          <a:p>
            <a:pPr>
              <a:spcAft>
                <a:spcPts val="1000"/>
              </a:spcAft>
            </a:pPr>
            <a:r>
              <a:t>- Cardiac Output: The volume of blood pumped by the heart per minute (CO = HR x SV).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