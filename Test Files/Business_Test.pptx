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Scanning for Strategy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- Internal Analysis: Evaluating Core Competencies and Value Chain activities.</a:t>
            </a:r>
          </a:p>
          <a:p>
            <a:pPr>
              <a:spcAft>
                <a:spcPts val="1000"/>
              </a:spcAft>
            </a:pPr>
            <a:r>
              <a:t>- External Analysis: Assessing market trends using the PESTEL framework.</a:t>
            </a:r>
          </a:p>
          <a:p>
            <a:pPr>
              <a:spcAft>
                <a:spcPts val="1000"/>
              </a:spcAft>
            </a:pPr>
            <a:r>
              <a:t>- Strategic Alignment: Ensuring organizational resources match market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