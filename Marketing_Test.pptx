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AIDA Model in Digital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t>- Attention: Breaking through the noise with targeted social media ads.</a:t>
            </a:r>
          </a:p>
          <a:p>
            <a:pPr>
              <a:spcAft>
                <a:spcPts val="1000"/>
              </a:spcAft>
            </a:pPr>
            <a:r>
              <a:t>- Interest: Providing value-driven content like blog posts.</a:t>
            </a:r>
          </a:p>
          <a:p>
            <a:pPr>
              <a:spcAft>
                <a:spcPts val="1000"/>
              </a:spcAft>
            </a:pPr>
            <a:r>
              <a:t>- Desire: Leveraging social proof and reviews to build brand affinity.</a:t>
            </a:r>
          </a:p>
          <a:p>
            <a:pPr>
              <a:spcAft>
                <a:spcPts val="1000"/>
              </a:spcAft>
            </a:pPr>
            <a:r>
              <a:t>- Action: Optimizing the conversion rate (CRO) on the landing page.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