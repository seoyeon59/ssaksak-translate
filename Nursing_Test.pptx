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Standard Precautions and Infection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</a:pPr>
            <a:r>
              <a:t>- Hand Hygiene: Most effective way to prevent the spread of microorganisms.</a:t>
            </a:r>
          </a:p>
          <a:p>
            <a:pPr>
              <a:spcAft>
                <a:spcPts val="1000"/>
              </a:spcAft>
            </a:pPr>
            <a:r>
              <a:t>- Personal Protective Equipment (PPE): Proper sequence for donning gloves.</a:t>
            </a:r>
          </a:p>
          <a:p>
            <a:pPr>
              <a:spcAft>
                <a:spcPts val="1000"/>
              </a:spcAft>
            </a:pPr>
            <a:r>
              <a:t>- Aseptic Technique: Maintaining a sterile field during invasive procedures.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