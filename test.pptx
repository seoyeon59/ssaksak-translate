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Data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Lecture 01: Core Concepts and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 Science?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multi-disciplinary field that uses scientific methods, processes, algorithms, and systems to extract knowledge and insights from structured and unstructured data.</a:t>
            </a:r>
          </a:p>
          <a:p>
            <a:pPr lvl="1"/>
            <a:r>
              <a:t>Key Components:</a:t>
            </a:r>
          </a:p>
          <a:p>
            <a:pPr lvl="2"/>
            <a:r>
              <a:t>Statistics &amp; Mathematics</a:t>
            </a:r>
          </a:p>
          <a:p>
            <a:pPr lvl="2"/>
            <a:r>
              <a:t>Computer Science / Programming</a:t>
            </a:r>
          </a:p>
          <a:p>
            <a:pPr lvl="2"/>
            <a:r>
              <a:t>Domain Knowledge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 Science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00FF"/>
                </a:solidFill>
              </a:defRPr>
            </a:pPr>
            <a:r>
              <a:t>1. Data Acquisition (Normalization)</a:t>
            </a:r>
          </a:p>
          <a:p>
            <a:r>
              <a:t>2. Exploratory Data Analysis (EDA)</a:t>
            </a:r>
          </a:p>
          <a:p>
            <a:r>
              <a:t>3. Feature Engineering</a:t>
            </a:r>
          </a:p>
          <a:p>
            <a:r>
              <a:t>4. Model Training &amp; Parameter Tuning</a:t>
            </a:r>
          </a:p>
          <a:p>
            <a:pPr>
              <a:defRPr sz="2000"/>
            </a:pPr>
            <a:r>
              <a:t>5. Evaluation &amp;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