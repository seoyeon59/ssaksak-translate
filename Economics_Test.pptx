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Determinants of Price Elasticity of Demand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t>- Availability of Substitutes: If close substitutes are available, demand is more elastic.</a:t>
            </a:r>
          </a:p>
          <a:p>
            <a:pPr>
              <a:spcAft>
                <a:spcPts val="1000"/>
              </a:spcAft>
            </a:pPr>
            <a:r>
              <a:t>- Time Horizon: Demand is more elastic in the long run than in the short run.</a:t>
            </a:r>
          </a:p>
          <a:p>
            <a:pPr>
              <a:spcAft>
                <a:spcPts val="1000"/>
              </a:spcAft>
            </a:pPr>
            <a:r>
              <a:t>- Market Definition: Narrowly defined markets have more elastic demand.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